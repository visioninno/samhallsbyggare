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1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515600" y="64008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F2D3A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00" y="64008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9E44"/>
          </a:solidFill>
          <a:ln/>
        </p:spPr>
      </p:sp>
      <p:sp>
        <p:nvSpPr>
          <p:cNvPr id="4" name="Shape 2"/>
          <p:cNvSpPr/>
          <p:nvPr/>
        </p:nvSpPr>
        <p:spPr>
          <a:xfrm>
            <a:off x="10744200" y="104241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F2D3A"/>
          </a:solidFill>
          <a:ln/>
        </p:spPr>
      </p:sp>
      <p:sp>
        <p:nvSpPr>
          <p:cNvPr id="5" name="Shape 3"/>
          <p:cNvSpPr/>
          <p:nvPr/>
        </p:nvSpPr>
        <p:spPr>
          <a:xfrm>
            <a:off x="11201400" y="104241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9E44"/>
          </a:solidFill>
          <a:ln/>
        </p:spPr>
      </p:sp>
      <p:sp>
        <p:nvSpPr>
          <p:cNvPr id="6" name="Shape 4"/>
          <p:cNvSpPr/>
          <p:nvPr/>
        </p:nvSpPr>
        <p:spPr>
          <a:xfrm>
            <a:off x="10972800" y="144475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F2D3A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371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2F9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PROJEKTDOKUMENTATION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1828800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samhallsbyggare</a:t>
            </a:r>
            <a:endParaRPr lang="en-US" sz="5200" dirty="0"/>
          </a:p>
        </p:txBody>
      </p:sp>
      <p:sp>
        <p:nvSpPr>
          <p:cNvPr id="9" name="Text 7"/>
          <p:cNvSpPr/>
          <p:nvPr/>
        </p:nvSpPr>
        <p:spPr>
          <a:xfrm>
            <a:off x="566928" y="3246120"/>
            <a:ext cx="9692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900" dirty="0">
                <a:solidFill>
                  <a:srgbClr val="C4D0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Samhällsbyggarkartan – publik kartdemo som ger en platsrapport ur nio öppna svenska geodatakällor.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66928" y="4709160"/>
            <a:ext cx="2720340" cy="457200"/>
          </a:xfrm>
          <a:prstGeom prst="roundRect">
            <a:avLst>
              <a:gd name="adj" fmla="val 50000"/>
            </a:avLst>
          </a:prstGeom>
          <a:solidFill>
            <a:srgbClr val="2F9E44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4709160"/>
            <a:ext cx="27203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drift – Azure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515868" y="4709160"/>
            <a:ext cx="1534363" cy="457200"/>
          </a:xfrm>
          <a:prstGeom prst="roundRect">
            <a:avLst>
              <a:gd name="adj" fmla="val 50000"/>
            </a:avLst>
          </a:prstGeom>
          <a:solidFill>
            <a:srgbClr val="1F2D3A"/>
          </a:solidFill>
          <a:ln w="12700">
            <a:solidFill>
              <a:srgbClr val="2F9E4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15868" y="4709160"/>
            <a:ext cx="153436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9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</a:t>
            </a:r>
            <a:pPr algn="ctr" indent="0" marL="0">
              <a:buNone/>
            </a:pPr>
            <a:r>
              <a:rPr lang="en-US" sz="1300" b="1" dirty="0">
                <a:solidFill>
                  <a:srgbClr val="D7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Git: ja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66928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9AA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Plats:  </a:t>
            </a:r>
            <a:pPr algn="l" indent="0" marL="0">
              <a:buNone/>
            </a:pPr>
            <a:r>
              <a:rPr lang="en-US" sz="1300" dirty="0">
                <a:solidFill>
                  <a:srgbClr val="AEBB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C:\Claudeprojekt\samhallsbyggare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66928" y="6327648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Uppdaterad 2026-09-20 · underlag från projektets egna filer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02336"/>
            <a:ext cx="274320" cy="274320"/>
          </a:xfrm>
          <a:prstGeom prst="roundRect">
            <a:avLst>
              <a:gd name="adj" fmla="val 20000"/>
            </a:avLst>
          </a:prstGeom>
          <a:solidFill>
            <a:srgbClr val="2F9E4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69264" y="265176"/>
            <a:ext cx="7946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F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Översikt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95944" y="3657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B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samhallsbyggare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9957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samhallsbyggare  ·  </a:t>
            </a:r>
            <a:pPr algn="l" indent="0" marL="0">
              <a:buNone/>
            </a:pPr>
            <a:r>
              <a:rPr lang="en-US" sz="950" dirty="0">
                <a:solidFill>
                  <a:srgbClr val="9AA7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C:\Claudeprojekt\samhallsbyggare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878824" y="645566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AA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Dokumentation · 2026-09-20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66928" y="1399032"/>
            <a:ext cx="118872" cy="214884"/>
          </a:xfrm>
          <a:prstGeom prst="roundRect">
            <a:avLst>
              <a:gd name="adj" fmla="val 23077"/>
            </a:avLst>
          </a:prstGeom>
          <a:solidFill>
            <a:srgbClr val="0C9E82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04672" y="1353312"/>
            <a:ext cx="10817352" cy="3094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F2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Vad det är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566928" y="1763395"/>
            <a:ext cx="11055096" cy="13252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1F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publik demosajt som visar hur mycket öppen svensk geodata man kan använda helt utan API-nycklar eller registrering. Skriv in en adress eller klicka i kartan → få en samlad platsrapport (översvämningsrisk, geologi, fornlämningar, skyddad natur, förorenade områden, befolkning, service, väder) för tidig platsanalys. Målgrupp: samhällsbyggare (exploatörer, planerare, byggare) — och samtidigt ett skyltfönster för vad Claude Code kan bygga.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66928" y="3244088"/>
            <a:ext cx="118872" cy="214884"/>
          </a:xfrm>
          <a:prstGeom prst="roundRect">
            <a:avLst>
              <a:gd name="adj" fmla="val 23077"/>
            </a:avLst>
          </a:prstGeom>
          <a:solidFill>
            <a:srgbClr val="0C9E82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04672" y="3198368"/>
            <a:ext cx="10817352" cy="3094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F2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566928" y="3608451"/>
            <a:ext cx="11055096" cy="13252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1F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drift (fungerande live-demo), publik testperiod till och med 2026-09-24. Sajten byggdes och driftsattes 2026-07-06 i fem arbetspass inkl. säkerhets-/UX-/arkitekturgranskning. 2026-09-20: subdomänen samhallsbyggare.projektledarpodden.se registreras så snart CNAME-posten ligger i Cloudflare (Mattias), QR-kod finns i docs/, och ett schemalagt GitHub Actions-jobb ersätter sajten med en stängt-sida kvällen 24 september 2026. Länsstyrelsens EBH-lager är fortfarande overifierat.</a:t>
            </a:r>
            <a:pPr algn="l" indent="0" marL="0">
              <a:lnSpc>
                <a:spcPct val="102000"/>
              </a:lnSpc>
              <a:buNone/>
            </a:pP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02336"/>
            <a:ext cx="274320" cy="274320"/>
          </a:xfrm>
          <a:prstGeom prst="roundRect">
            <a:avLst>
              <a:gd name="adj" fmla="val 20000"/>
            </a:avLst>
          </a:prstGeom>
          <a:solidFill>
            <a:srgbClr val="0C9E82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69264" y="265176"/>
            <a:ext cx="7946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F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Funktioner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95944" y="3657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B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samhallsbyggare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9957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samhallsbyggare  ·  </a:t>
            </a:r>
            <a:pPr algn="l" indent="0" marL="0">
              <a:buNone/>
            </a:pPr>
            <a:r>
              <a:rPr lang="en-US" sz="950" dirty="0">
                <a:solidFill>
                  <a:srgbClr val="9AA7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C:\Claudeprojekt\samhallsbyggare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878824" y="645566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AA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Dokumentation · 2026-09-20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66928" y="1339596"/>
            <a:ext cx="237744" cy="283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C9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13816" y="1335024"/>
            <a:ext cx="10808208" cy="52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Söka adress (Nominatim, med piltangentsnavigering i träfflistan) eller klicka var som helst i Sverigekartan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66928" y="1907540"/>
            <a:ext cx="237744" cy="283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C9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13816" y="1902968"/>
            <a:ext cx="10808208" cy="1241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Få en platsrapport i sektioner med riskchips: väderprognos (SMHI), översvämningsrisk (MSB: 100-/200-årsflöde, beräknat högsta flöde, kustöversvämning), jordarter/genomsläpplighet/berggrund/brunnar (SGU), skyddad natur (Naturvårdsverket), potentiellt förorenade områden (Länsstyrelsen), forn- och kulturlämningar (RAÄ), befolkningsstatistik (SCB), närhet till service — hållplats, skola, förskola, vård, apotek, livsmedel, lekplats, laddstation (OpenStreetMap)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66928" y="3190240"/>
            <a:ext cx="237744" cy="283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C9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13816" y="3185668"/>
            <a:ext cx="10808208" cy="52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Tända/släcka 13 WMS-kartlager i en lagerpanel med legender, inkl. havsnivåväljare för kustöversvämning (+0,5 m till +3,0 m)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66928" y="3758184"/>
            <a:ext cx="237744" cy="283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C9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13816" y="3753612"/>
            <a:ext cx="10808208" cy="288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"Min position" (geolokalisering), delningslänk till en plats, skriva ut rapporten (print-CSS)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66928" y="4087876"/>
            <a:ext cx="237744" cy="283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C9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13816" y="4083304"/>
            <a:ext cx="10808208" cy="52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Läsa dokumentation av alla datakällor (</a:t>
            </a:r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0B72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/datakallor/</a:t>
            </a:r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och hur sajten byggdes med Claude Code (</a:t>
            </a:r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0B72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/om/</a:t>
            </a:r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02336"/>
            <a:ext cx="274320" cy="274320"/>
          </a:xfrm>
          <a:prstGeom prst="roundRect">
            <a:avLst>
              <a:gd name="adj" fmla="val 20000"/>
            </a:avLst>
          </a:prstGeom>
          <a:solidFill>
            <a:srgbClr val="1C7ED6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69264" y="265176"/>
            <a:ext cx="7946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F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Roller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95944" y="3657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B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samhallsbyggare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9957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samhallsbyggare  ·  </a:t>
            </a:r>
            <a:pPr algn="l" indent="0" marL="0">
              <a:buNone/>
            </a:pPr>
            <a:r>
              <a:rPr lang="en-US" sz="950" dirty="0">
                <a:solidFill>
                  <a:srgbClr val="9AA7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C:\Claudeprojekt\samhallsbyggare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878824" y="645566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AA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Dokumentation · 2026-09-20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66928" y="1335024"/>
            <a:ext cx="11055096" cy="338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1F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Inga roller — publik webbplats helt utan inloggning.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02336"/>
            <a:ext cx="274320" cy="274320"/>
          </a:xfrm>
          <a:prstGeom prst="roundRect">
            <a:avLst>
              <a:gd name="adj" fmla="val 20000"/>
            </a:avLst>
          </a:prstGeom>
          <a:solidFill>
            <a:srgbClr val="6C47D8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69264" y="265176"/>
            <a:ext cx="7946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F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Teknik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95944" y="3657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B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samhallsbyggare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9957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samhallsbyggare  ·  </a:t>
            </a:r>
            <a:pPr algn="l" indent="0" marL="0">
              <a:buNone/>
            </a:pPr>
            <a:r>
              <a:rPr lang="en-US" sz="950" dirty="0">
                <a:solidFill>
                  <a:srgbClr val="9AA7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C:\Claudeprojekt\samhallsbyggare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878824" y="645566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AA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Dokumentation · 2026-09-20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66928" y="1339596"/>
            <a:ext cx="237744" cy="283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C9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13816" y="1335024"/>
            <a:ext cx="10808208" cy="52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Frontend:</a:t>
            </a:r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ren statisk HTML/CSS/JS — ingen byggprocess, inga npm-beroenden. Leaflet + MapLibre GL (vektorbaskarta från OpenFreeMap) via CDN med SRI-låsta script-taggar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66928" y="1907540"/>
            <a:ext cx="237744" cy="283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C9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13816" y="1902968"/>
            <a:ext cx="10808208" cy="1003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Backend:</a:t>
            </a:r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 enda Azure Function (</a:t>
            </a:r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0B72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api/src/functions/geo.js</a:t>
            </a:r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Node ≥18, @azure/functions v4) — CORS-proxy </a:t>
            </a:r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0B72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/api/geo?u=&lt;url&gt;</a:t>
            </a:r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för de myndighets-API:er som saknar CORS-headers. Hårt härdad: allowlist av värdar (SGU resource, SMHI, NVV, Länsstyrelsen), origin-kontroll, endast HTTPS/port 443, vägrar redirects (SSRF-skydd), Content-Type-tvätt, 8 MB-tak, 25 s timeout. Inga nycklar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66928" y="2951988"/>
            <a:ext cx="237744" cy="283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C9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13816" y="2947416"/>
            <a:ext cx="10808208" cy="1003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Datakällor (alla öppna):</a:t>
            </a:r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MSB (ArcGIS REST + WMS), SGU (maps3.sgu.se GeoServer för punktfrågor — har CORS och går direkt; resource.sgu.se för tiles), SCB GeoServer, RAÄ WMS, Naturvårdsverket WMS, Länsstyrelsen ArcGIS, SMHI punktprognos (nya SNOW-modellen snow1g — gamla pmp3g nedlagd mars 2026), Nominatim, Overpass, OpenFreeMap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66928" y="3996436"/>
            <a:ext cx="237744" cy="283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C9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13816" y="3991864"/>
            <a:ext cx="10808208" cy="52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Arkitekturprincip:</a:t>
            </a:r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varje källa är en adapter i </a:t>
            </a:r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0B72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app/assets/js/config.js</a:t>
            </a:r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</a:t>
            </a:r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0B72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smartFetch()</a:t>
            </a:r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avgör själv om anropet går direkt eller via proxyn — Lantmäteriet kan kopplas in i fas 2 utan ombyggnad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66928" y="4564380"/>
            <a:ext cx="237744" cy="283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C9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13816" y="4559808"/>
            <a:ext cx="10808208" cy="288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CI/CD:</a:t>
            </a:r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GitHub Actions (SHA-låsta actions) → Azure Static Web Apps vid push till main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02336"/>
            <a:ext cx="274320" cy="274320"/>
          </a:xfrm>
          <a:prstGeom prst="roundRect">
            <a:avLst>
              <a:gd name="adj" fmla="val 20000"/>
            </a:avLst>
          </a:prstGeom>
          <a:solidFill>
            <a:srgbClr val="1C7ED6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69264" y="265176"/>
            <a:ext cx="7946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F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Servrar &amp; miljöer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95944" y="3657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B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samhallsbyggare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9957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samhallsbyggare  ·  </a:t>
            </a:r>
            <a:pPr algn="l" indent="0" marL="0">
              <a:buNone/>
            </a:pPr>
            <a:r>
              <a:rPr lang="en-US" sz="950" dirty="0">
                <a:solidFill>
                  <a:srgbClr val="9AA7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C:\Claudeprojekt\samhallsbyggare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878824" y="645566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AA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Dokumentation · 2026-09-20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66928" y="1339596"/>
            <a:ext cx="237744" cy="283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C9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13816" y="1335024"/>
            <a:ext cx="10808208" cy="765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Lokal utveckling:</a:t>
            </a:r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0B72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npx serve app</a:t>
            </a:r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eller </a:t>
            </a:r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0B72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-m http.server 8080</a:t>
            </a:r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(bara frontend; proxyberoende data faller bort snyggt). Port </a:t>
            </a:r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3060</a:t>
            </a:r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är den registrerade lokala testporten för projektet. Med proxy-API: </a:t>
            </a:r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0B72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swa start app --api-location api</a:t>
            </a:r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http://localhost:4280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66928" y="2145792"/>
            <a:ext cx="237744" cy="283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C9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13816" y="2141220"/>
            <a:ext cx="10808208" cy="288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(nu):</a:t>
            </a:r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https://purple-bush-015972603.7.azurestaticapps.net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66928" y="2475484"/>
            <a:ext cx="237744" cy="283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C9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13816" y="2470912"/>
            <a:ext cx="10808208" cy="765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Mål-URL: https://samhallsbyggare.projektledarpodden.se — DNS ligger hos Cloudflare (zon projektledarpodden.se). Kräver CNAME samhallsbyggare → purple-bush-015972603.7.azurestaticapps.net (DNS only, grå moln) och därefter az staticwebapp hostname set (se PLAN.md). Avstängning: .github/workflows/stang-av-2026-09-24.yml deployar stangd/ (utan API) 24 sep 2026 kl 22; datumspärr i ordinarie deploy från 25 sep. Free-nivån kostar 0 kr oavsett.</a:t>
            </a:r>
            <a:pPr algn="l" indent="0" marL="0">
              <a:lnSpc>
                <a:spcPct val="100000"/>
              </a:lnSpc>
              <a:buNone/>
            </a:pPr>
            <a:pPr algn="l" indent="0" marL="0">
              <a:lnSpc>
                <a:spcPct val="100000"/>
              </a:lnSpc>
              <a:buNone/>
            </a:pPr>
            <a:pPr algn="l" indent="0" marL="0">
              <a:lnSpc>
                <a:spcPct val="100000"/>
              </a:lnSpc>
              <a:buNone/>
            </a:pPr>
            <a:pPr algn="l" indent="0" marL="0">
              <a:lnSpc>
                <a:spcPct val="100000"/>
              </a:lnSpc>
              <a:buNone/>
            </a:pPr>
            <a:pPr algn="l" indent="0" marL="0">
              <a:lnSpc>
                <a:spcPct val="100000"/>
              </a:lnSpc>
              <a:buNone/>
            </a:pPr>
            <a:pPr algn="l" indent="0" marL="0">
              <a:lnSpc>
                <a:spcPct val="100000"/>
              </a:lnSpc>
              <a:buNone/>
            </a:pPr>
            <a:pPr algn="l" indent="0" marL="0">
              <a:lnSpc>
                <a:spcPct val="100000"/>
              </a:lnSpc>
              <a:buNone/>
            </a:pP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66928" y="3281680"/>
            <a:ext cx="237744" cy="283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C9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13816" y="3277108"/>
            <a:ext cx="10808208" cy="52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Azure:</a:t>
            </a:r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Static Web App </a:t>
            </a:r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0B72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samhallsbyggare</a:t>
            </a:r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resursgrupp </a:t>
            </a:r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0B72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samhallsbyggare-rg</a:t>
            </a:r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Free-nivå, functions i West Europe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66928" y="3849624"/>
            <a:ext cx="237744" cy="283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C9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13816" y="3845052"/>
            <a:ext cx="10808208" cy="288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Git:</a:t>
            </a:r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GitHub </a:t>
            </a:r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0B72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VisionInno/samhallsbyggare</a:t>
            </a:r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(publikt), branch </a:t>
            </a:r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0B72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</a:t>
            </a:r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MIT-licens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02336"/>
            <a:ext cx="274320" cy="274320"/>
          </a:xfrm>
          <a:prstGeom prst="roundRect">
            <a:avLst>
              <a:gd name="adj" fmla="val 20000"/>
            </a:avLst>
          </a:prstGeom>
          <a:solidFill>
            <a:srgbClr val="E8940C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69264" y="265176"/>
            <a:ext cx="7946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F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Inloggningar &amp; hemligheter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95944" y="3657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B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samhallsbyggare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9957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samhallsbyggare  ·  </a:t>
            </a:r>
            <a:pPr algn="l" indent="0" marL="0">
              <a:buNone/>
            </a:pPr>
            <a:r>
              <a:rPr lang="en-US" sz="950" dirty="0">
                <a:solidFill>
                  <a:srgbClr val="9AA7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C:\Claudeprojekt\samhallsbyggare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878824" y="645566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AA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Dokumentation · 2026-09-20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66928" y="1335024"/>
            <a:ext cx="11055096" cy="767842"/>
          </a:xfrm>
          <a:prstGeom prst="roundRect">
            <a:avLst>
              <a:gd name="adj" fmla="val 7145"/>
            </a:avLst>
          </a:prstGeom>
          <a:solidFill>
            <a:srgbClr val="EEF2F6"/>
          </a:solidFill>
          <a:ln w="12700">
            <a:solidFill>
              <a:srgbClr val="E8940C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713232" y="1472184"/>
            <a:ext cx="128016" cy="493522"/>
          </a:xfrm>
          <a:prstGeom prst="roundRect">
            <a:avLst>
              <a:gd name="adj" fmla="val 21429"/>
            </a:avLst>
          </a:prstGeom>
          <a:solidFill>
            <a:srgbClr val="E8940C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969264" y="1353312"/>
            <a:ext cx="10488168" cy="731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F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 dokumentation.</a:t>
            </a:r>
            <a:pPr algn="l" indent="0" marL="0">
              <a:buNone/>
            </a:pPr>
            <a:r>
              <a:rPr lang="en-US" sz="1450" dirty="0">
                <a:solidFill>
                  <a:srgbClr val="1F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Det här avsnittet innehåller lösenord och nycklar i klartext – dela inte filen och lägg den inte i molnet.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566928" y="2144014"/>
            <a:ext cx="11055096" cy="5849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1F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Inga — det är projektets uttryckliga poäng ("utan en enda API-nyckel"). Verifierat: inga </a:t>
            </a:r>
            <a:pPr algn="l"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0B72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.env</a:t>
            </a:r>
            <a:pPr algn="l"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1F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-filer, nycklar eller lösenord i vare sig delmängden eller tree.txt.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566928" y="2824988"/>
            <a:ext cx="237744" cy="283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C9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13816" y="2820416"/>
            <a:ext cx="10808208" cy="765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Deploy-token refereras endast med namn i </a:t>
            </a:r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0B72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.github/workflows/azure-static-web-apps-purple-bush-015972603.yml</a:t>
            </a:r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0B72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AZURE_STATIC_WEB_APPS_API_TOKEN_PURPLE_BUSH_015972603</a:t>
            </a:r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(värdet ligger i GitHub-secrets, inte i filerna)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66928" y="3631184"/>
            <a:ext cx="237744" cy="283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C9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13816" y="3626612"/>
            <a:ext cx="10808208" cy="288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0B72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.claude/settings.local.json</a:t>
            </a:r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tillåter bara </a:t>
            </a:r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0B72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PowerShell(git *)</a:t>
            </a:r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inga uppgifter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66928" y="3960876"/>
            <a:ext cx="237744" cy="283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C9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13816" y="3956304"/>
            <a:ext cx="10808208" cy="52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Framtida Lantmäteriet-nyckel (fas 2) ska enligt CLAUDE.md läggas i SWA application settings med egen snäv funktion </a:t>
            </a:r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0B72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/api/lm/...</a:t>
            </a:r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aldrig i den generiska proxyn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02336"/>
            <a:ext cx="274320" cy="274320"/>
          </a:xfrm>
          <a:prstGeom prst="roundRect">
            <a:avLst>
              <a:gd name="adj" fmla="val 20000"/>
            </a:avLst>
          </a:prstGeom>
          <a:solidFill>
            <a:srgbClr val="2F9E4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69264" y="265176"/>
            <a:ext cx="7946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F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Så startar du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95944" y="3657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B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samhallsbyggare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9957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samhallsbyggare  ·  </a:t>
            </a:r>
            <a:pPr algn="l" indent="0" marL="0">
              <a:buNone/>
            </a:pPr>
            <a:r>
              <a:rPr lang="en-US" sz="950" dirty="0">
                <a:solidFill>
                  <a:srgbClr val="9AA7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C:\Claudeprojekt\samhallsbyggare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878824" y="645566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AA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Dokumentation · 2026-09-20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66928" y="1335024"/>
            <a:ext cx="11055096" cy="338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1F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Förutsättning: Node.js (för </a:t>
            </a:r>
            <a:pPr algn="l"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0B72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npx</a:t>
            </a:r>
            <a:pPr algn="l"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1F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eller Python. Ingen installation av beroenden behövs.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566928" y="1764665"/>
            <a:ext cx="11055096" cy="338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1F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Enklast (bara frontend):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66928" y="2194306"/>
            <a:ext cx="11055096" cy="1059688"/>
          </a:xfrm>
          <a:prstGeom prst="roundRect">
            <a:avLst>
              <a:gd name="adj" fmla="val 4314"/>
            </a:avLst>
          </a:prstGeom>
          <a:solidFill>
            <a:srgbClr val="13212F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68096" y="2304034"/>
            <a:ext cx="10689336" cy="840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CBD8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"C:\Claudeprojekt\samhallsbyggare\app"</a:t>
            </a:r>
            <a:endParaRPr lang="en-US" sz="11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CBD8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npx serve .</a:t>
            </a:r>
            <a:endParaRPr lang="en-US" sz="11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CBD8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öppna URL:en som serve visar (t.ex. http://localhost:3000) — eller använd port 3060:</a:t>
            </a:r>
            <a:endParaRPr lang="en-US" sz="11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CBD8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npx serve . -l 3060  → http://localhost:3060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3382010"/>
            <a:ext cx="11055096" cy="338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1F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 utan Node: </a:t>
            </a:r>
            <a:pPr algn="l"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0B72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-m http.server 8080</a:t>
            </a:r>
            <a:pPr algn="l"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1F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http://localhost:8080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" y="3811651"/>
            <a:ext cx="11055096" cy="338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1F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 proxy-API:t (så SGU/SMHI/NVV/LST-datafrågor fungerar lokalt):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66928" y="4241292"/>
            <a:ext cx="11055096" cy="1059688"/>
          </a:xfrm>
          <a:prstGeom prst="roundRect">
            <a:avLst>
              <a:gd name="adj" fmla="val 4314"/>
            </a:avLst>
          </a:prstGeom>
          <a:solidFill>
            <a:srgbClr val="13212F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68096" y="4351020"/>
            <a:ext cx="10689336" cy="840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CBD8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install -g @azure/static-web-apps-cli   # engångsinstallation</a:t>
            </a:r>
            <a:endParaRPr lang="en-US" sz="11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CBD8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"C:\Claudeprojekt\samhallsbyggare"</a:t>
            </a:r>
            <a:endParaRPr lang="en-US" sz="11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CBD8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swa start app --api-location api</a:t>
            </a:r>
            <a:endParaRPr lang="en-US" sz="11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CBD8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öppna http://localhost:4280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66928" y="5428996"/>
            <a:ext cx="11055096" cy="338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1F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Deploy: committa och pusha till </a:t>
            </a:r>
            <a:pPr algn="l"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0B72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</a:t>
            </a:r>
            <a:pPr algn="l"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1F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GitHub Actions deployar automatiskt till Azure.</a:t>
            </a:r>
            <a:endParaRPr lang="en-US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02336"/>
            <a:ext cx="274320" cy="274320"/>
          </a:xfrm>
          <a:prstGeom prst="roundRect">
            <a:avLst>
              <a:gd name="adj" fmla="val 20000"/>
            </a:avLst>
          </a:prstGeom>
          <a:solidFill>
            <a:srgbClr val="E8940C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69264" y="265176"/>
            <a:ext cx="7946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F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Nästa steg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95944" y="3657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B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samhallsbyggare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9957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samhallsbyggare  ·  </a:t>
            </a:r>
            <a:pPr algn="l" indent="0" marL="0">
              <a:buNone/>
            </a:pPr>
            <a:r>
              <a:rPr lang="en-US" sz="950" dirty="0">
                <a:solidFill>
                  <a:srgbClr val="9AA7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C:\Claudeprojekt\samhallsbyggare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878824" y="645566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AA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Dokumentation · 2026-09-20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66928" y="1335024"/>
            <a:ext cx="11055096" cy="338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1F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(hämtat ur "Kvar att göra" i </a:t>
            </a:r>
            <a:pPr algn="l"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0B72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docs/session-log.md</a:t>
            </a:r>
            <a:pPr algn="l"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1F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backloggen i CLAUDE.md)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566928" y="1769237"/>
            <a:ext cx="365760" cy="283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C9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50976" y="1764665"/>
            <a:ext cx="10671048" cy="54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Mattias: lägg CNAME i Cloudflare (DNS only) → Claude kör az staticwebapp hostname set → testa QR-koden i docs/qr-samhallsbyggare.png</a:t>
            </a:r>
            <a:pPr algn="l" indent="0" marL="0">
              <a:lnSpc>
                <a:spcPct val="100000"/>
              </a:lnSpc>
              <a:buNone/>
            </a:pP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2350897"/>
            <a:ext cx="365760" cy="283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C9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50976" y="2346325"/>
            <a:ext cx="10671048" cy="54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Efter 2026-09-24: sajten visar stängt-sidan. Vill du öppna igen: ta bort datumspärren i deploy-workflowet och pusha. Vill du ta bort Azure-resursen helt: az staticwebapp delete (kommandot finns i PLAN.md)</a:t>
            </a:r>
            <a:pPr algn="l" indent="0" marL="0">
              <a:lnSpc>
                <a:spcPct val="100000"/>
              </a:lnSpc>
              <a:buNone/>
            </a:pPr>
            <a:pPr algn="l" indent="0" marL="0">
              <a:lnSpc>
                <a:spcPct val="100000"/>
              </a:lnSpc>
              <a:buNone/>
            </a:pPr>
            <a:pPr algn="l" indent="0" marL="0">
              <a:lnSpc>
                <a:spcPct val="100000"/>
              </a:lnSpc>
              <a:buNone/>
            </a:pPr>
            <a:pPr algn="l" indent="0" marL="0">
              <a:lnSpc>
                <a:spcPct val="100000"/>
              </a:lnSpc>
              <a:buNone/>
            </a:pP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" y="2932557"/>
            <a:ext cx="365760" cy="283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C9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50976" y="2927985"/>
            <a:ext cx="10671048" cy="54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Verifiera EBH-lagret (förorenade områden) när Länsstyrelsens server svarar igen — var nere vid alla tre kontrollerna 2026-07-06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66928" y="3514217"/>
            <a:ext cx="365760" cy="283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C9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50976" y="3509645"/>
            <a:ext cx="10671048" cy="54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 2: Lantmäteriet via Geotorget-konto (fastighetsgränser, ortofoto) som egen nyckelskyddad funktion; K-samsök; gångtidsisokroner; PDF-export; spara/jämför platser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66928" y="4095877"/>
            <a:ext cx="365760" cy="283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C9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50976" y="4091305"/>
            <a:ext cx="10671048" cy="54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 skarp trafik: egen Nominatim/Overpass-instans (publika har 1 req/s-policy) och omvärdera CSP (saknas medvetet i dag)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02336"/>
            <a:ext cx="274320" cy="274320"/>
          </a:xfrm>
          <a:prstGeom prst="roundRect">
            <a:avLst>
              <a:gd name="adj" fmla="val 20000"/>
            </a:avLst>
          </a:prstGeom>
          <a:solidFill>
            <a:srgbClr val="868E96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69264" y="265176"/>
            <a:ext cx="7946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F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Övrigt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95944" y="3657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B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samhallsbyggare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9957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samhallsbyggare  ·  </a:t>
            </a:r>
            <a:pPr algn="l" indent="0" marL="0">
              <a:buNone/>
            </a:pPr>
            <a:r>
              <a:rPr lang="en-US" sz="950" dirty="0">
                <a:solidFill>
                  <a:srgbClr val="9AA7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C:\Claudeprojekt\samhallsbyggare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878824" y="645566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AA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Dokumentation · 2026-09-20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66928" y="1339596"/>
            <a:ext cx="237744" cy="283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C9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13816" y="1335024"/>
            <a:ext cx="10808208" cy="288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finns</a:t>
            </a:r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(GitHub, publikt repo, MIT-licens)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66928" y="1669288"/>
            <a:ext cx="237744" cy="283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C9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13816" y="1664716"/>
            <a:ext cx="10808208" cy="1003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Befintlig dokumentation:</a:t>
            </a:r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0B72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docs/Samhallsbyggarkartan-guide.pptx</a:t>
            </a:r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5-sidors användarguide i sajtens designspråk (finns på disk enligt tree.txt men ingick inte i delmängden, kunde ej läsas här). Dessutom mycket bra </a:t>
            </a:r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0B72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CLAUDE.md</a:t>
            </a:r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(arkitektur + verifierade endpoints) och detaljerad </a:t>
            </a:r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0B72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docs/session-log.md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66928" y="2713736"/>
            <a:ext cx="237744" cy="283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C9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13816" y="2709164"/>
            <a:ext cx="10808208" cy="52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Rapporten är </a:t>
            </a:r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vägledande screening, inte beslutsunderlag</a:t>
            </a:r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disclaimern på sajten får enligt CLAUDE.md inte tas bort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66928" y="3281680"/>
            <a:ext cx="237744" cy="283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C9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13816" y="3277108"/>
            <a:ext cx="10808208" cy="52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Kända svagheter: Länsstyrelsens geodataserver är opålitlig (hanteras tolerant i koden); publika Nominatim/Overpass tål bara lågtrafik; ingen CSP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66928" y="3849624"/>
            <a:ext cx="237744" cy="283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C9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13816" y="3845052"/>
            <a:ext cx="10808208" cy="765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Felsökningstips ur loggen: en dold Chrome-flik ritar aldrig GL-baskartan (blank canvas i skärmdumpar = testartefakt, inte bugg); MSB:s kust-identify tar ~30 s — koden använder därför query-API:t i stället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66928" y="4655820"/>
            <a:ext cx="237744" cy="283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C9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13816" y="4651248"/>
            <a:ext cx="10808208" cy="52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Filer i tree.txt som inte ingick i delmängden: </a:t>
            </a:r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0B72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LICENSE</a:t>
            </a:r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0B72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.gitignore</a:t>
            </a:r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pptx-guiden — inget av betydelse för analysen saknas i övrigt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Ejbe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samhallsbyggare – dokumentation</dc:title>
  <dc:subject>PptxGenJS Presentation</dc:subject>
  <dc:creator>Cowork</dc:creator>
  <cp:lastModifiedBy>Cowork</cp:lastModifiedBy>
  <cp:revision>1</cp:revision>
  <dcterms:created xsi:type="dcterms:W3CDTF">2026-07-18T21:06:53Z</dcterms:created>
  <dcterms:modified xsi:type="dcterms:W3CDTF">2026-07-18T21:06:53Z</dcterms:modified>
</cp:coreProperties>
</file>