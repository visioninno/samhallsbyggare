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640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2D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640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9E44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2D3A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9E44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14447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2D3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PROJEKTDOKUMENTATION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66928" y="32461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Samhällsbyggarkartan – publik kartdemo som ger en platsrapport ur nio öppna svenska geodatakällor.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2720340" cy="457200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709160"/>
            <a:ext cx="272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 – Azure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15868" y="4709160"/>
            <a:ext cx="1534363" cy="457200"/>
          </a:xfrm>
          <a:prstGeom prst="roundRect">
            <a:avLst>
              <a:gd name="adj" fmla="val 50000"/>
            </a:avLst>
          </a:prstGeom>
          <a:solidFill>
            <a:srgbClr val="1F2D3A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5868" y="4709160"/>
            <a:ext cx="1534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ja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Plats:  </a:t>
            </a:r>
            <a:pPr algn="l" indent="0" marL="0">
              <a:buNone/>
            </a:pPr>
            <a:r>
              <a:rPr lang="en-US" sz="1300" dirty="0">
                <a:solidFill>
                  <a:srgbClr val="AEB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327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Uppdaterad 2026-09-20 · underlag från projektets egna filer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Översikt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399032"/>
            <a:ext cx="118872" cy="214884"/>
          </a:xfrm>
          <a:prstGeom prst="roundRect">
            <a:avLst>
              <a:gd name="adj" fmla="val 23077"/>
            </a:avLst>
          </a:prstGeom>
          <a:solidFill>
            <a:srgbClr val="0C9E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353312"/>
            <a:ext cx="10817352" cy="30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det är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1763395"/>
            <a:ext cx="11055096" cy="1325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publik demosajt som visar hur mycket öppen svensk geodata man kan använda helt utan API-nycklar eller registrering. Skriv in en adress eller klicka i kartan → få en samlad platsrapport (översvämningsrisk, geologi, fornlämningar, skyddad natur, förorenade områden, befolkning, service, väder) för tidig platsanalys. Målgrupp: samhällsbyggare (exploatörer, planerare, byggare) — och samtidigt ett skyltfönster för vad Claude Code kan bygga.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244088"/>
            <a:ext cx="118872" cy="214884"/>
          </a:xfrm>
          <a:prstGeom prst="roundRect">
            <a:avLst>
              <a:gd name="adj" fmla="val 23077"/>
            </a:avLst>
          </a:prstGeom>
          <a:solidFill>
            <a:srgbClr val="0C9E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3198368"/>
            <a:ext cx="10817352" cy="30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66928" y="3608451"/>
            <a:ext cx="11055096" cy="1325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 på https://samhallsbyggare.projektledarpodden.se (live 2026-09-20, giltigt certifikat), publik testperiod till och med 2026-09-24. Sajten byggdes 2026-07-06 i fem arbetspass inkl. säkerhets-/UX-/arkitekturgranskning. QR-kod finns i docs/. Ett schemalagt GitHub Actions-jobb ersätter sajten med en stängt-sida kvällen 24 september 2026. Länsstyrelsens EBH-lager är fortfarande overifierat; MSB:s tjänst svarade inte vid publiceringstestet.</a:t>
            </a:r>
            <a:pPr algn="l" indent="0" marL="0">
              <a:lnSpc>
                <a:spcPct val="102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C9E8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Söka adress (Nominatim, med piltangentsnavigering i träfflistan) eller klicka var som helst i Sverigekartan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0754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1902968"/>
            <a:ext cx="10808208" cy="124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 en platsrapport i sektioner med riskchips: väderprognos (SMHI), översvämningsrisk (MSB: 100-/200-årsflöde, beräknat högsta flöde, kustöversvämning), jordarter/genomsläpplighet/berggrund/brunnar (SGU), skyddad natur (Naturvårdsverket), potentiellt förorenade områden (Länsstyrelsen), forn- och kulturlämningar (RAÄ), befolkningsstatistik (SCB), närhet till service — hållplats, skola, förskola, vård, apotek, livsmedel, lekplats, laddstation (OpenStreetMap)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19024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3185668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Tända/släcka 13 WMS-kartlager i en lagerpanel med legender, inkl. havsnivåväljare för kustöversvämning (+0,5 m till +3,0 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5818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753612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 position" (geolokalisering), delningslänk till en plats, skriva ut rapporten (print-CSS)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08787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408330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Läsa dokumentation av alla datakällor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/datakallor/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och hur sajten byggdes med Claude Code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/om/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7ED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roller — publik webbplats helt utan inloggning.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47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 statisk HTML/CSS/JS — ingen byggprocess, inga npm-beroenden. Leaflet + MapLibre GL (vektorbaskarta från OpenFreeMap) via CDN med SRI-låsta script-taggar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0754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1902968"/>
            <a:ext cx="10808208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enda Azure Function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api/src/functions/geo.js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Node ≥18, @azure/functions v4) — CORS-proxy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/api/geo?u=&lt;url&gt;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för de myndighets-API:er som saknar CORS-headers. Hårt härdad: allowlist av värdar (SGU resource, SMHI, NVV, Länsstyrelsen), origin-kontroll, endast HTTPS/port 443, vägrar redirects (SSRF-skydd), Content-Type-tvätt, 8 MB-tak, 25 s timeout. Inga nycklar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95198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947416"/>
            <a:ext cx="10808208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Datakällor (alla öppna):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MSB (ArcGIS REST + WMS), SGU (maps3.sgu.se GeoServer för punktfrågor — har CORS och går direkt; resource.sgu.se för tiles), SCB GeoServer, RAÄ WMS, Naturvårdsverket WMS, Länsstyrelsen ArcGIS, SMHI punktprognos (nya SNOW-modellen snow1g — gamla pmp3g nedlagd mars 2026), Nominatim, Overpass, OpenFreeMap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99643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99186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Arkitekturprincip: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varje källa är en adapter i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app/assets/js/config.js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smartFetch()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avgör själv om anropet går direkt eller via proxyn — Lantmäteriet kan kopplas in i fas 2 utan ombyggnad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56438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4559808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Actions (SHA-låsta actions) → Azure Static Web Apps vid push till main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7ED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Servrar &amp; miljöer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utveckling: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serve app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eller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http.server 8080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(bara frontend; proxyberoende data faller bort snyggt). Port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3060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är den registrerade lokala testporten för projektet. Med proxy-API: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 start app --api-location api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http://localhost:4280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4579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2141220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(nu):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https://purple-bush-015972603.7.azurestaticapps.net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47548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470912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 URL: https://samhallsbyggare.projektledarpodden.se — CNAME (DNS only) i Cloudflare-zonen projektledarpodden.se → purple-bush-015972603.7.azurestaticapps.net, custom domain registrerad på SWA:n (status Ready). Avstängning: .github/workflows/stang-av-2026-09-24.yml deployar stangd/ (utan API) 24 sep 2026 kl 22; datumspärr i ordinarie deploy från 25 sep. Free-nivån kostar 0 kr oavsett.</a:t>
            </a: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28168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277108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Static Web App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samhallsbyggare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resursgrupp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samhallsbyggare-rg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Free-nivå, functions i West Europe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84962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3845052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VisionInno/samhallsbyggare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(publikt), branch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MIT-licens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940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Inloggningar &amp; hemligheter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11055096" cy="767842"/>
          </a:xfrm>
          <a:prstGeom prst="roundRect">
            <a:avLst>
              <a:gd name="adj" fmla="val 7145"/>
            </a:avLst>
          </a:prstGeom>
          <a:solidFill>
            <a:srgbClr val="EEF2F6"/>
          </a:solidFill>
          <a:ln w="12700">
            <a:solidFill>
              <a:srgbClr val="E8940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13232" y="1472184"/>
            <a:ext cx="128016" cy="493522"/>
          </a:xfrm>
          <a:prstGeom prst="roundRect">
            <a:avLst>
              <a:gd name="adj" fmla="val 21429"/>
            </a:avLst>
          </a:prstGeom>
          <a:solidFill>
            <a:srgbClr val="E8940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9264" y="1353312"/>
            <a:ext cx="10488168" cy="7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 dokumentation.</a:t>
            </a:r>
            <a:pPr algn="l" indent="0" marL="0"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 här avsnittet innehåller lösenord och nycklar i klartext – dela inte filen och lägg den inte i molnet.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2144014"/>
            <a:ext cx="11055096" cy="584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— det är projektets uttryckliga poäng ("utan en enda API-nyckel"). Verifierat: inga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-filer, nycklar eller lösenord i vare sig delmängden eller tree.txt.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282498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820416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Deploy-token refereras endast med namn i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.github/workflows/azure-static-web-apps-purple-bush-015972603.yml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AZURE_STATIC_WEB_APPS_API_TOKEN_PURPLE_BUSH_015972603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(värdet ligger i GitHub-secrets, inte i filerna)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3118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626612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.claude/settings.local.json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tillåter bara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PowerShell(git *)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inga uppgifter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96087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395630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Framtida Lantmäteriet-nyckel (fas 2) ska enligt CLAUDE.md läggas i SWA application settings med egen snäv funktion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/api/lm/...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aldrig i den generiska proxyn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startar du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Förutsättning: Node.js (för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eller Python. Ingen installation av beroenden behövs.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1764665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Enklast (bara frontend):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194306"/>
            <a:ext cx="11055096" cy="1059688"/>
          </a:xfrm>
          <a:prstGeom prst="roundRect">
            <a:avLst>
              <a:gd name="adj" fmla="val 4314"/>
            </a:avLst>
          </a:prstGeom>
          <a:solidFill>
            <a:srgbClr val="13212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8096" y="2304034"/>
            <a:ext cx="10689336" cy="8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"C:\Claudeprojekt\samhallsbyggare\app"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serve .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öppna URL:en som serve visar (t.ex. http://localhost:3000) — eller använd port 3060: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npx serve . -l 3060  → http://localhost:3060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382010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 utan Node: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http.server 8080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http://localhost:8080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" y="3811651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proxy-API:t (så SGU/SMHI/NVV/LST-datafrågor fungerar lokalt):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241292"/>
            <a:ext cx="11055096" cy="1059688"/>
          </a:xfrm>
          <a:prstGeom prst="roundRect">
            <a:avLst>
              <a:gd name="adj" fmla="val 4314"/>
            </a:avLst>
          </a:prstGeom>
          <a:solidFill>
            <a:srgbClr val="13212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4351020"/>
            <a:ext cx="10689336" cy="8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@azure/static-web-apps-cli   # engångsinstallation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"C:\Claudeprojekt\samhallsbyggare"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 start app --api-location api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öppna http://localhost:4280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5428996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committa och pusha till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GitHub Actions deployar automatiskt till Azure.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940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steg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(hämtat ur "Kvar att göra" i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docs/session-log.md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backloggen i CLAUDE.md)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1769237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1764665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Efter 24/9: kontrollera att avstängningsjobbet gick igenom. QR-koden i docs/qr-samhallsbyggare.png kan visas i PowerPoint.</a:t>
            </a:r>
            <a:pPr algn="l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350897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" y="2346325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Efter 2026-09-24: sajten visar stängt-sidan. Vill du öppna igen: ta bort datumspärren i deploy-workflowet och pusha. Vill du ta bort Azure-resursen helt: az staticwebapp delete (kommandot finns i PLAN.md)</a:t>
            </a: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932557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2927985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 EBH-lagret (förorenade områden) när Länsstyrelsens server svarar igen — var nere vid alla tre kontrollerna 2026-07-06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514217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" y="3509645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2: Lantmäteriet via Geotorget-konto (fastighetsgränser, ortofoto) som egen nyckelskyddad funktion; K-samsök; gångtidsisokroner; PDF-export; spara/jämför platser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095877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4091305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skarp trafik: egen Nominatim/Overpass-instans (publika har 1 req/s-policy) och omvärdera CSP (saknas medvetet i dag)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68E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Övrigt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samhallsbyggare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C:\Claudeprojekt\samhallsbyggare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2026-09-20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finns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(GitHub, publikt repo, MIT-licens)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66928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1664716"/>
            <a:ext cx="10808208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Befintlig dokumentation: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docs/Samhallsbyggarkartan-guide.pptx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5-sidors användarguide i sajtens designspråk (finns på disk enligt tree.txt men ingick inte i delmängden, kunde ej läsas här). Dessutom mycket bra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(arkitektur + verifierade endpoints) och detaljerad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docs/session-log.md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71373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70916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Rapporten är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vägledande screening, inte beslutsunderlag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disclaimern på sajten får enligt CLAUDE.md inte tas bort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28168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277108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Kända svagheter: Länsstyrelsens geodataserver är opålitlig (hanteras tolerant i koden); publika Nominatim/Overpass tål bara lågtrafik; ingen CSP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84962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3845052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Felsökningstips ur loggen: en dold Chrome-flik ritar aldrig GL-baskartan (blank canvas i skärmdumpar = testartefakt, inte bugg); MSB:s kust-identify tar ~30 s — koden använder därför query-API:t i stället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65582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" y="4651248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Filer i tree.txt som inte ingick i delmängden: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pptx-guiden — inget av betydelse för analysen saknas i övrigt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Ejbe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samhallsbyggare – dokumentation</dc:title>
  <dc:subject>PptxGenJS Presentation</dc:subject>
  <dc:creator>Cowork</dc:creator>
  <cp:lastModifiedBy>Cowork</cp:lastModifiedBy>
  <cp:revision>1</cp:revision>
  <dcterms:created xsi:type="dcterms:W3CDTF">2026-07-18T21:06:53Z</dcterms:created>
  <dcterms:modified xsi:type="dcterms:W3CDTF">2026-07-18T21:06:53Z</dcterms:modified>
</cp:coreProperties>
</file>